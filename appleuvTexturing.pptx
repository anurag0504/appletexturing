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81BB2-6B0D-4853-89ED-72FC325674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F4AF5A-72B7-4659-BCE6-A37443BAAA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94E052-3FEC-40AA-B055-0A509B4D0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106BD-29FE-448C-AA44-B8142E96D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B95AD-0560-49EC-9C0E-B7FC10594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468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06BF8-CFEE-4116-AB73-791A728E7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266D6-4431-452F-B1DC-5F09EBDE4D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5D9-B38B-4A1C-ACA9-10C559B41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9BD86-C448-4556-820B-87C96BB45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C23A1C-5771-4003-AAC1-B53E82286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37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B2D53-AC6B-495D-8435-702C417F3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ADBF7-D3BF-4ABC-8E73-EBE7D5DC7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AD5B2-E141-4495-89BC-529E3A8437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3F6D9-A403-4288-871B-61306E13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D29-3092-48CA-B4DF-D5D012AEB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576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607FD-980D-4D80-A7E0-B1E719D6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5EFAAF-9092-4106-B4BD-D4CBA97D31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F4C2AB-02BF-4D63-8BBD-71E53F0AAD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D97224-FF2E-4C73-A726-E541521D4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05E3F-C6AF-4F82-BB5F-E7E8CA62A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A2D562-5900-4E4D-9A6E-8053C0AA4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779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8678E-F3C1-498B-B7EB-B3645B528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8F02F-60DE-4F6E-A87D-51938B6B5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96B519-062B-4EAC-A4A6-90CB476723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C98EDF-448C-42C2-A2A4-8482830F00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065509-1779-41BD-BDDA-A778B3032F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EEEF43-CAD8-4B4F-8FB1-86027B43B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32109-58F9-4527-9E11-3155C2E7F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FDD5A91-9A34-417C-B640-358F58C75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26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DC45-0106-4DC6-92FC-32F3B6912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A3F22E-FDC9-48BC-B188-C353F5D9B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A56EE2-E29D-4799-A2C8-187B36D54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163918-E6E5-4649-88C0-1ECB7E050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89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E1A7A9-2107-444C-8D2D-79E986283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FA9F41-A8C4-477D-B128-A58CA1E84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949EA-53B1-4220-8AE1-C773E0D00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8047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990C-6E05-4061-9839-3F641C1387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0EDC8-108C-4D3B-B3F5-0074DA558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6A1978-7462-47C2-8C8D-97E03CAFF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0CE072-9DC5-45D3-B5C7-342D30525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BE4234-8A3C-436F-A6B3-AC7557104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DC4530-8328-41AD-BAA4-E5BA6B701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14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FADA-085C-40D6-8DD1-CB03D5FC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E209EE-61D1-4A4A-963E-9B1452125E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D2B4E-9FE5-48DF-84C4-BD4137ABC3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50024-A18B-4713-9EB5-A6C920B4A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1482A9-7860-40A6-BEBE-24EE87B0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701424-9567-4041-920F-E1D79BD04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265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92F90-19DA-4676-A758-F51E96D4E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D7180-7EEA-4824-9693-7FAB125663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A06F8-50CA-4184-A48E-B2DB8EEBC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A2609-2D23-49A6-8FCF-500A00C54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B5597A-30E6-4AAB-A0A9-FCE88855C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172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7E8374-4136-4767-B47C-F90D5B557E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3028F-C9DC-4EE4-B64C-88A13437E3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44678A-89E2-47D6-82ED-D299DB265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7F1152-DC91-4D3A-9E1A-07AB6DA92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EF7894-2341-438D-811E-C33DD0B42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430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5A46B3-D136-440F-AD53-008ED3152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BF904E-9FB9-4B22-9047-141E98B7F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EC38D-EE64-4116-A405-04D67B6B18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CEED0A-5C49-4275-A3C6-1E62854F2945}" type="datetimeFigureOut">
              <a:rPr lang="en-US" smtClean="0"/>
              <a:t>10/23/2022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51301-2548-4434-B4ED-D5FA7DA0CE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ED2FB-1209-47F3-9BC6-43BCDEF1C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74EBF2-F046-4B97-8DAF-A2FED8D242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491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6F9DD-85EA-41F1-9289-3819B9B721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726411-EA3D-4211-A1F8-3262D2A761E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7D4BA94C-02D9-4A1B-8984-F5F9AAB6075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36738" y="601663"/>
            <a:ext cx="8518525" cy="5654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4370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500"/>
    </mc:Choice>
    <mc:Fallback>
      <p:transition spd="slow" advTm="405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5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Anurag</dc:creator>
  <cp:lastModifiedBy>Anurag</cp:lastModifiedBy>
  <cp:revision>1</cp:revision>
  <dcterms:created xsi:type="dcterms:W3CDTF">2022-10-23T07:50:53Z</dcterms:created>
  <dcterms:modified xsi:type="dcterms:W3CDTF">2022-10-23T07:51:14Z</dcterms:modified>
</cp:coreProperties>
</file>